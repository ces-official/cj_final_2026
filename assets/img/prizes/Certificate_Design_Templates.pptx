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523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Awarded to educators who spark and initiate transformative change in 21st century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Awarded to educators demonstrating forward-thinking vision in preparing learners for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Awarded to educators who lead peers and communities in advancing 21st century life skills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90" y="380890"/>
            <a:ext cx="17526113" cy="9525112"/>
          </a:xfrm>
          <a:prstGeom prst="rect">
            <a:avLst/>
          </a:prstGeom>
          <a:ln w="28222">
            <a:solidFill>
              <a:srgbClr val="3751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212" y="495212"/>
            <a:ext cx="17297469" cy="9296467"/>
          </a:xfrm>
          <a:prstGeom prst="rect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462" y="590462"/>
            <a:ext cx="17106969" cy="9105967"/>
          </a:xfrm>
          <a:prstGeom prst="rect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890" y="380890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6" name="Shape 4"/>
          <p:cNvSpPr/>
          <p:nvPr/>
        </p:nvSpPr>
        <p:spPr>
          <a:xfrm>
            <a:off x="380890" y="380890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7" name="Shape 5"/>
          <p:cNvSpPr/>
          <p:nvPr/>
        </p:nvSpPr>
        <p:spPr>
          <a:xfrm>
            <a:off x="16788807" y="380890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8" name="Shape 6"/>
          <p:cNvSpPr/>
          <p:nvPr/>
        </p:nvSpPr>
        <p:spPr>
          <a:xfrm>
            <a:off x="17836447" y="380890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9" name="Shape 7"/>
          <p:cNvSpPr/>
          <p:nvPr/>
        </p:nvSpPr>
        <p:spPr>
          <a:xfrm>
            <a:off x="380890" y="9835446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0" name="Shape 8"/>
          <p:cNvSpPr/>
          <p:nvPr/>
        </p:nvSpPr>
        <p:spPr>
          <a:xfrm>
            <a:off x="380890" y="8787806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1" name="Shape 9"/>
          <p:cNvSpPr/>
          <p:nvPr/>
        </p:nvSpPr>
        <p:spPr>
          <a:xfrm>
            <a:off x="16788807" y="9835446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6447" y="8787806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780929" y="780929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17373613" y="780929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780929" y="9372612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17373613" y="9372612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1" y="761780"/>
            <a:ext cx="2666890" cy="16191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773209" y="2552347"/>
            <a:ext cx="741562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900" dirty="0">
                <a:solidFill>
                  <a:srgbClr val="3751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RECOGNITION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6896366" y="3060568"/>
            <a:ext cx="1714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0" name="Shape 17"/>
          <p:cNvSpPr/>
          <p:nvPr/>
        </p:nvSpPr>
        <p:spPr>
          <a:xfrm rot="2700000">
            <a:off x="8743984" y="3020054"/>
            <a:ext cx="95250" cy="952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1" name="Shape 18"/>
          <p:cNvSpPr/>
          <p:nvPr/>
        </p:nvSpPr>
        <p:spPr>
          <a:xfrm>
            <a:off x="8972463" y="3053402"/>
            <a:ext cx="342856" cy="28553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2" name="Shape 19"/>
          <p:cNvSpPr/>
          <p:nvPr/>
        </p:nvSpPr>
        <p:spPr>
          <a:xfrm rot="2700000">
            <a:off x="9448547" y="3020054"/>
            <a:ext cx="95250" cy="952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3" name="Shape 20"/>
          <p:cNvSpPr/>
          <p:nvPr/>
        </p:nvSpPr>
        <p:spPr>
          <a:xfrm>
            <a:off x="9677026" y="3060568"/>
            <a:ext cx="1714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4" name="Text 21"/>
          <p:cNvSpPr/>
          <p:nvPr/>
        </p:nvSpPr>
        <p:spPr>
          <a:xfrm>
            <a:off x="5998337" y="3195836"/>
            <a:ext cx="6291109" cy="383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PROUDLY PRESENTED TO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4476861" y="4798771"/>
            <a:ext cx="9334170" cy="1411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6" name="Text 23"/>
          <p:cNvSpPr/>
          <p:nvPr/>
        </p:nvSpPr>
        <p:spPr>
          <a:xfrm>
            <a:off x="4391152" y="3770093"/>
            <a:ext cx="9505587" cy="914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Recipient Name</a:t>
            </a:r>
            <a:endParaRPr lang="en-US" sz="6900" dirty="0"/>
          </a:p>
        </p:txBody>
      </p:sp>
      <p:sp>
        <p:nvSpPr>
          <p:cNvPr id="27" name="Text 24"/>
          <p:cNvSpPr/>
          <p:nvPr/>
        </p:nvSpPr>
        <p:spPr>
          <a:xfrm>
            <a:off x="3748090" y="5041416"/>
            <a:ext cx="107917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50" dirty="0">
                <a:solidFill>
                  <a:srgbClr val="1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recognition of exemplary dedication and outstanding contribution to educational excellence as a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8115433" y="6160493"/>
            <a:ext cx="761890" cy="952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9" name="Shape 26"/>
          <p:cNvSpPr/>
          <p:nvPr/>
        </p:nvSpPr>
        <p:spPr>
          <a:xfrm rot="2700000">
            <a:off x="9105846" y="6127189"/>
            <a:ext cx="76200" cy="7620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0" name="Shape 27"/>
          <p:cNvSpPr/>
          <p:nvPr/>
        </p:nvSpPr>
        <p:spPr>
          <a:xfrm>
            <a:off x="9410569" y="6160493"/>
            <a:ext cx="761890" cy="952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1" name="Text 28"/>
          <p:cNvSpPr/>
          <p:nvPr/>
        </p:nvSpPr>
        <p:spPr>
          <a:xfrm>
            <a:off x="5140612" y="6431911"/>
            <a:ext cx="8006557" cy="585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900" b="1" kern="0" spc="3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r>
              <a:rPr lang="en-US" sz="2400" b="1" kern="0" spc="300" baseline="300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 </a:t>
            </a:r>
            <a:r>
              <a:rPr lang="en-US" sz="3900" b="1" kern="0" spc="3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CENTURY LIFE SKILLS</a:t>
            </a:r>
            <a:endParaRPr lang="en-US" sz="3900" dirty="0"/>
          </a:p>
        </p:txBody>
      </p:sp>
      <p:sp>
        <p:nvSpPr>
          <p:cNvPr id="32" name="Text 29"/>
          <p:cNvSpPr/>
          <p:nvPr/>
        </p:nvSpPr>
        <p:spPr>
          <a:xfrm>
            <a:off x="6597640" y="7208023"/>
            <a:ext cx="5092502" cy="884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850" b="1" kern="0" spc="9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CATALYST</a:t>
            </a:r>
            <a:endParaRPr lang="en-US" sz="5850" dirty="0"/>
          </a:p>
        </p:txBody>
      </p:sp>
      <p:sp>
        <p:nvSpPr>
          <p:cNvPr id="33" name="Shape 30"/>
          <p:cNvSpPr/>
          <p:nvPr/>
        </p:nvSpPr>
        <p:spPr>
          <a:xfrm>
            <a:off x="1428530" y="9085462"/>
            <a:ext cx="3619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4" name="Text 31"/>
          <p:cNvSpPr/>
          <p:nvPr/>
        </p:nvSpPr>
        <p:spPr>
          <a:xfrm>
            <a:off x="2220295" y="9175861"/>
            <a:ext cx="223932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ISSUE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8496654" y="8135277"/>
            <a:ext cx="1294584" cy="1294584"/>
          </a:xfrm>
          <a:prstGeom prst="ellipse">
            <a:avLst/>
          </a:prstGeom>
          <a:solidFill>
            <a:srgbClr val="FFFFFF"/>
          </a:solidFill>
          <a:ln w="28222">
            <a:solidFill>
              <a:srgbClr val="37517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81982" y="8220605"/>
            <a:ext cx="1123928" cy="1123928"/>
          </a:xfrm>
          <a:prstGeom prst="ellipse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39088" y="8277711"/>
            <a:ext cx="1009716" cy="1009716"/>
          </a:xfrm>
          <a:prstGeom prst="ellipse">
            <a:avLst/>
          </a:prstGeom>
          <a:ln w="7056">
            <a:solidFill>
              <a:srgbClr val="37517E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8734338" y="9192067"/>
            <a:ext cx="247606" cy="419034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9" name="Shape 36"/>
          <p:cNvSpPr/>
          <p:nvPr/>
        </p:nvSpPr>
        <p:spPr>
          <a:xfrm>
            <a:off x="9305948" y="9192067"/>
            <a:ext cx="247606" cy="419034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40" name="Text 37"/>
          <p:cNvSpPr/>
          <p:nvPr/>
        </p:nvSpPr>
        <p:spPr>
          <a:xfrm>
            <a:off x="8717515" y="8536121"/>
            <a:ext cx="852862" cy="530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25" b="1" kern="0" spc="113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★ SEAL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13239972" y="9085462"/>
            <a:ext cx="3619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42" name="Text 39"/>
          <p:cNvSpPr/>
          <p:nvPr/>
        </p:nvSpPr>
        <p:spPr>
          <a:xfrm>
            <a:off x="13373807" y="9175861"/>
            <a:ext cx="368677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SIGNATURE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90" y="380890"/>
            <a:ext cx="17526113" cy="9525112"/>
          </a:xfrm>
          <a:prstGeom prst="rect">
            <a:avLst/>
          </a:prstGeom>
          <a:ln w="28222">
            <a:solidFill>
              <a:srgbClr val="3751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212" y="495212"/>
            <a:ext cx="17297469" cy="9296467"/>
          </a:xfrm>
          <a:prstGeom prst="rect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462" y="590462"/>
            <a:ext cx="17106969" cy="9105967"/>
          </a:xfrm>
          <a:prstGeom prst="rect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890" y="380890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6" name="Shape 4"/>
          <p:cNvSpPr/>
          <p:nvPr/>
        </p:nvSpPr>
        <p:spPr>
          <a:xfrm>
            <a:off x="380890" y="380890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7" name="Shape 5"/>
          <p:cNvSpPr/>
          <p:nvPr/>
        </p:nvSpPr>
        <p:spPr>
          <a:xfrm>
            <a:off x="16788807" y="380890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8" name="Shape 6"/>
          <p:cNvSpPr/>
          <p:nvPr/>
        </p:nvSpPr>
        <p:spPr>
          <a:xfrm>
            <a:off x="17836447" y="380890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9" name="Shape 7"/>
          <p:cNvSpPr/>
          <p:nvPr/>
        </p:nvSpPr>
        <p:spPr>
          <a:xfrm>
            <a:off x="380890" y="9835446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0" name="Shape 8"/>
          <p:cNvSpPr/>
          <p:nvPr/>
        </p:nvSpPr>
        <p:spPr>
          <a:xfrm>
            <a:off x="380890" y="8787806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1" name="Shape 9"/>
          <p:cNvSpPr/>
          <p:nvPr/>
        </p:nvSpPr>
        <p:spPr>
          <a:xfrm>
            <a:off x="16788807" y="9835446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6447" y="8787806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780929" y="780929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17373613" y="780929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780929" y="9372612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17373613" y="9372612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1" y="761780"/>
            <a:ext cx="2666890" cy="16191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773209" y="2552347"/>
            <a:ext cx="741562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900" dirty="0">
                <a:solidFill>
                  <a:srgbClr val="3751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RECOGNITION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6896366" y="3060568"/>
            <a:ext cx="1714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0" name="Shape 17"/>
          <p:cNvSpPr/>
          <p:nvPr/>
        </p:nvSpPr>
        <p:spPr>
          <a:xfrm rot="2700000">
            <a:off x="8743984" y="3020054"/>
            <a:ext cx="95250" cy="952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1" name="Shape 18"/>
          <p:cNvSpPr/>
          <p:nvPr/>
        </p:nvSpPr>
        <p:spPr>
          <a:xfrm>
            <a:off x="8972463" y="3053402"/>
            <a:ext cx="342856" cy="28553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2" name="Shape 19"/>
          <p:cNvSpPr/>
          <p:nvPr/>
        </p:nvSpPr>
        <p:spPr>
          <a:xfrm rot="2700000">
            <a:off x="9448547" y="3020054"/>
            <a:ext cx="95250" cy="952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3" name="Shape 20"/>
          <p:cNvSpPr/>
          <p:nvPr/>
        </p:nvSpPr>
        <p:spPr>
          <a:xfrm>
            <a:off x="9677026" y="3060568"/>
            <a:ext cx="1714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4" name="Text 21"/>
          <p:cNvSpPr/>
          <p:nvPr/>
        </p:nvSpPr>
        <p:spPr>
          <a:xfrm>
            <a:off x="5998337" y="3195836"/>
            <a:ext cx="6291109" cy="383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PROUDLY PRESENTED TO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4476861" y="4798771"/>
            <a:ext cx="9334170" cy="1411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6" name="Text 23"/>
          <p:cNvSpPr/>
          <p:nvPr/>
        </p:nvSpPr>
        <p:spPr>
          <a:xfrm>
            <a:off x="4391152" y="3770093"/>
            <a:ext cx="9505587" cy="914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Recipient Name</a:t>
            </a:r>
            <a:endParaRPr lang="en-US" sz="6900" dirty="0"/>
          </a:p>
        </p:txBody>
      </p:sp>
      <p:sp>
        <p:nvSpPr>
          <p:cNvPr id="27" name="Text 24"/>
          <p:cNvSpPr/>
          <p:nvPr/>
        </p:nvSpPr>
        <p:spPr>
          <a:xfrm>
            <a:off x="3748090" y="5041416"/>
            <a:ext cx="107917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50" dirty="0">
                <a:solidFill>
                  <a:srgbClr val="1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recognition of exemplary dedication and outstanding contribution to educational excellence as a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8115433" y="6160493"/>
            <a:ext cx="761890" cy="952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9" name="Shape 26"/>
          <p:cNvSpPr/>
          <p:nvPr/>
        </p:nvSpPr>
        <p:spPr>
          <a:xfrm rot="2700000">
            <a:off x="9105846" y="6127189"/>
            <a:ext cx="76200" cy="7620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0" name="Shape 27"/>
          <p:cNvSpPr/>
          <p:nvPr/>
        </p:nvSpPr>
        <p:spPr>
          <a:xfrm>
            <a:off x="9410569" y="6160493"/>
            <a:ext cx="761890" cy="952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1" name="Text 28"/>
          <p:cNvSpPr/>
          <p:nvPr/>
        </p:nvSpPr>
        <p:spPr>
          <a:xfrm>
            <a:off x="5140612" y="6431911"/>
            <a:ext cx="8006557" cy="585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900" b="1" kern="0" spc="3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r>
              <a:rPr lang="en-US" sz="2400" b="1" kern="0" spc="300" baseline="300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 </a:t>
            </a:r>
            <a:r>
              <a:rPr lang="en-US" sz="3900" b="1" kern="0" spc="3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CENTURY LIFE SKILLS</a:t>
            </a:r>
            <a:endParaRPr lang="en-US" sz="3900" dirty="0"/>
          </a:p>
        </p:txBody>
      </p:sp>
      <p:sp>
        <p:nvSpPr>
          <p:cNvPr id="32" name="Text 29"/>
          <p:cNvSpPr/>
          <p:nvPr/>
        </p:nvSpPr>
        <p:spPr>
          <a:xfrm>
            <a:off x="6328542" y="7208023"/>
            <a:ext cx="5630808" cy="884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850" b="1" kern="0" spc="9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VISIONARY</a:t>
            </a:r>
            <a:endParaRPr lang="en-US" sz="5850" dirty="0"/>
          </a:p>
        </p:txBody>
      </p:sp>
      <p:sp>
        <p:nvSpPr>
          <p:cNvPr id="33" name="Shape 30"/>
          <p:cNvSpPr/>
          <p:nvPr/>
        </p:nvSpPr>
        <p:spPr>
          <a:xfrm>
            <a:off x="1428530" y="9085462"/>
            <a:ext cx="3619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4" name="Text 31"/>
          <p:cNvSpPr/>
          <p:nvPr/>
        </p:nvSpPr>
        <p:spPr>
          <a:xfrm>
            <a:off x="2220295" y="9175861"/>
            <a:ext cx="223932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ISSUE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8496654" y="8135277"/>
            <a:ext cx="1294584" cy="1294584"/>
          </a:xfrm>
          <a:prstGeom prst="ellipse">
            <a:avLst/>
          </a:prstGeom>
          <a:solidFill>
            <a:srgbClr val="FFFFFF"/>
          </a:solidFill>
          <a:ln w="28222">
            <a:solidFill>
              <a:srgbClr val="37517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81982" y="8220605"/>
            <a:ext cx="1123928" cy="1123928"/>
          </a:xfrm>
          <a:prstGeom prst="ellipse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39088" y="8277711"/>
            <a:ext cx="1009716" cy="1009716"/>
          </a:xfrm>
          <a:prstGeom prst="ellipse">
            <a:avLst/>
          </a:prstGeom>
          <a:ln w="7056">
            <a:solidFill>
              <a:srgbClr val="37517E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8734338" y="9192067"/>
            <a:ext cx="247606" cy="419034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9" name="Shape 36"/>
          <p:cNvSpPr/>
          <p:nvPr/>
        </p:nvSpPr>
        <p:spPr>
          <a:xfrm>
            <a:off x="9305948" y="9192067"/>
            <a:ext cx="247606" cy="419034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40" name="Text 37"/>
          <p:cNvSpPr/>
          <p:nvPr/>
        </p:nvSpPr>
        <p:spPr>
          <a:xfrm>
            <a:off x="8717515" y="8536121"/>
            <a:ext cx="852862" cy="530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25" b="1" kern="0" spc="113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★ SEAL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13239972" y="9085462"/>
            <a:ext cx="3619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42" name="Text 39"/>
          <p:cNvSpPr/>
          <p:nvPr/>
        </p:nvSpPr>
        <p:spPr>
          <a:xfrm>
            <a:off x="13373807" y="9175861"/>
            <a:ext cx="368677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SIGNATURE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90" y="380890"/>
            <a:ext cx="17526113" cy="9525112"/>
          </a:xfrm>
          <a:prstGeom prst="rect">
            <a:avLst/>
          </a:prstGeom>
          <a:ln w="28222">
            <a:solidFill>
              <a:srgbClr val="3751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212" y="495212"/>
            <a:ext cx="17297469" cy="9296467"/>
          </a:xfrm>
          <a:prstGeom prst="rect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462" y="590462"/>
            <a:ext cx="17106969" cy="9105967"/>
          </a:xfrm>
          <a:prstGeom prst="rect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890" y="380890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6" name="Shape 4"/>
          <p:cNvSpPr/>
          <p:nvPr/>
        </p:nvSpPr>
        <p:spPr>
          <a:xfrm>
            <a:off x="380890" y="380890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7" name="Shape 5"/>
          <p:cNvSpPr/>
          <p:nvPr/>
        </p:nvSpPr>
        <p:spPr>
          <a:xfrm>
            <a:off x="16788807" y="380890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8" name="Shape 6"/>
          <p:cNvSpPr/>
          <p:nvPr/>
        </p:nvSpPr>
        <p:spPr>
          <a:xfrm>
            <a:off x="17836447" y="380890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9" name="Shape 7"/>
          <p:cNvSpPr/>
          <p:nvPr/>
        </p:nvSpPr>
        <p:spPr>
          <a:xfrm>
            <a:off x="380890" y="9835446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0" name="Shape 8"/>
          <p:cNvSpPr/>
          <p:nvPr/>
        </p:nvSpPr>
        <p:spPr>
          <a:xfrm>
            <a:off x="380890" y="8787806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1" name="Shape 9"/>
          <p:cNvSpPr/>
          <p:nvPr/>
        </p:nvSpPr>
        <p:spPr>
          <a:xfrm>
            <a:off x="16788807" y="9835446"/>
            <a:ext cx="1118195" cy="70556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6447" y="8787806"/>
            <a:ext cx="70556" cy="111819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780929" y="780929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17373613" y="780929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780929" y="9372612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17373613" y="9372612"/>
            <a:ext cx="133350" cy="133350"/>
          </a:xfrm>
          <a:prstGeom prst="rect">
            <a:avLst/>
          </a:prstGeom>
          <a:solidFill>
            <a:srgbClr val="37517E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1" y="761780"/>
            <a:ext cx="2666890" cy="16191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773209" y="2552347"/>
            <a:ext cx="741562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900" dirty="0">
                <a:solidFill>
                  <a:srgbClr val="3751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RECOGNITION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6896366" y="3060568"/>
            <a:ext cx="1714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0" name="Shape 17"/>
          <p:cNvSpPr/>
          <p:nvPr/>
        </p:nvSpPr>
        <p:spPr>
          <a:xfrm rot="2700000">
            <a:off x="8743984" y="3020054"/>
            <a:ext cx="95250" cy="952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1" name="Shape 18"/>
          <p:cNvSpPr/>
          <p:nvPr/>
        </p:nvSpPr>
        <p:spPr>
          <a:xfrm>
            <a:off x="8972463" y="3053402"/>
            <a:ext cx="342856" cy="28553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2" name="Shape 19"/>
          <p:cNvSpPr/>
          <p:nvPr/>
        </p:nvSpPr>
        <p:spPr>
          <a:xfrm rot="2700000">
            <a:off x="9448547" y="3020054"/>
            <a:ext cx="95250" cy="9525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3" name="Shape 20"/>
          <p:cNvSpPr/>
          <p:nvPr/>
        </p:nvSpPr>
        <p:spPr>
          <a:xfrm>
            <a:off x="9677026" y="3060568"/>
            <a:ext cx="1714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4" name="Text 21"/>
          <p:cNvSpPr/>
          <p:nvPr/>
        </p:nvSpPr>
        <p:spPr>
          <a:xfrm>
            <a:off x="5998337" y="3195836"/>
            <a:ext cx="6291109" cy="383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PROUDLY PRESENTED TO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4476861" y="4798771"/>
            <a:ext cx="9334170" cy="1411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6" name="Text 23"/>
          <p:cNvSpPr/>
          <p:nvPr/>
        </p:nvSpPr>
        <p:spPr>
          <a:xfrm>
            <a:off x="4391152" y="3770093"/>
            <a:ext cx="9505587" cy="914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Recipient Name</a:t>
            </a:r>
            <a:endParaRPr lang="en-US" sz="6900" dirty="0"/>
          </a:p>
        </p:txBody>
      </p:sp>
      <p:sp>
        <p:nvSpPr>
          <p:cNvPr id="27" name="Text 24"/>
          <p:cNvSpPr/>
          <p:nvPr/>
        </p:nvSpPr>
        <p:spPr>
          <a:xfrm>
            <a:off x="3748090" y="5041416"/>
            <a:ext cx="107917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50" dirty="0">
                <a:solidFill>
                  <a:srgbClr val="1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recognition of exemplary dedication and outstanding contribution to educational excellence as a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8115433" y="6160493"/>
            <a:ext cx="761890" cy="952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29" name="Shape 26"/>
          <p:cNvSpPr/>
          <p:nvPr/>
        </p:nvSpPr>
        <p:spPr>
          <a:xfrm rot="2700000">
            <a:off x="9105846" y="6127189"/>
            <a:ext cx="76200" cy="76200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0" name="Shape 27"/>
          <p:cNvSpPr/>
          <p:nvPr/>
        </p:nvSpPr>
        <p:spPr>
          <a:xfrm>
            <a:off x="9410569" y="6160493"/>
            <a:ext cx="761890" cy="9525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1" name="Text 28"/>
          <p:cNvSpPr/>
          <p:nvPr/>
        </p:nvSpPr>
        <p:spPr>
          <a:xfrm>
            <a:off x="5140612" y="6431911"/>
            <a:ext cx="8006557" cy="585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900" b="1" kern="0" spc="3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r>
              <a:rPr lang="en-US" sz="2400" b="1" kern="0" spc="300" baseline="300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 </a:t>
            </a:r>
            <a:r>
              <a:rPr lang="en-US" sz="3900" b="1" kern="0" spc="3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CENTURY LIFE SKILLS</a:t>
            </a:r>
            <a:endParaRPr lang="en-US" sz="3900" dirty="0"/>
          </a:p>
        </p:txBody>
      </p:sp>
      <p:sp>
        <p:nvSpPr>
          <p:cNvPr id="32" name="Text 29"/>
          <p:cNvSpPr/>
          <p:nvPr/>
        </p:nvSpPr>
        <p:spPr>
          <a:xfrm>
            <a:off x="7119448" y="7208023"/>
            <a:ext cx="4048996" cy="884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850" b="1" kern="0" spc="900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</a:t>
            </a:r>
            <a:endParaRPr lang="en-US" sz="5850" dirty="0"/>
          </a:p>
        </p:txBody>
      </p:sp>
      <p:sp>
        <p:nvSpPr>
          <p:cNvPr id="33" name="Shape 30"/>
          <p:cNvSpPr/>
          <p:nvPr/>
        </p:nvSpPr>
        <p:spPr>
          <a:xfrm>
            <a:off x="1428530" y="9085462"/>
            <a:ext cx="3619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4" name="Text 31"/>
          <p:cNvSpPr/>
          <p:nvPr/>
        </p:nvSpPr>
        <p:spPr>
          <a:xfrm>
            <a:off x="2220295" y="9175861"/>
            <a:ext cx="223932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ISSUE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8496654" y="8135277"/>
            <a:ext cx="1294584" cy="1294584"/>
          </a:xfrm>
          <a:prstGeom prst="ellipse">
            <a:avLst/>
          </a:prstGeom>
          <a:solidFill>
            <a:srgbClr val="FFFFFF"/>
          </a:solidFill>
          <a:ln w="28222">
            <a:solidFill>
              <a:srgbClr val="37517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81982" y="8220605"/>
            <a:ext cx="1123928" cy="1123928"/>
          </a:xfrm>
          <a:prstGeom prst="ellipse">
            <a:avLst/>
          </a:prstGeom>
          <a:ln w="7056">
            <a:solidFill>
              <a:srgbClr val="37517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39088" y="8277711"/>
            <a:ext cx="1009716" cy="1009716"/>
          </a:xfrm>
          <a:prstGeom prst="ellipse">
            <a:avLst/>
          </a:prstGeom>
          <a:ln w="7056">
            <a:solidFill>
              <a:srgbClr val="37517E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8734338" y="9192067"/>
            <a:ext cx="247606" cy="419034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39" name="Shape 36"/>
          <p:cNvSpPr/>
          <p:nvPr/>
        </p:nvSpPr>
        <p:spPr>
          <a:xfrm>
            <a:off x="9305948" y="9192067"/>
            <a:ext cx="247606" cy="419034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40" name="Text 37"/>
          <p:cNvSpPr/>
          <p:nvPr/>
        </p:nvSpPr>
        <p:spPr>
          <a:xfrm>
            <a:off x="8717515" y="8536121"/>
            <a:ext cx="852862" cy="530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25" b="1" kern="0" spc="113" dirty="0">
                <a:solidFill>
                  <a:srgbClr val="375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★ SEAL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13239972" y="9085462"/>
            <a:ext cx="3619390" cy="14221"/>
          </a:xfrm>
          <a:prstGeom prst="rect">
            <a:avLst/>
          </a:prstGeom>
          <a:solidFill>
            <a:srgbClr val="37517E"/>
          </a:solidFill>
          <a:ln/>
        </p:spPr>
      </p:sp>
      <p:sp>
        <p:nvSpPr>
          <p:cNvPr id="42" name="Text 39"/>
          <p:cNvSpPr/>
          <p:nvPr/>
        </p:nvSpPr>
        <p:spPr>
          <a:xfrm>
            <a:off x="13373807" y="9175861"/>
            <a:ext cx="368677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00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SIGNATURE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Custom</PresentationFormat>
  <Paragraphs>33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CyberLearning IT Solutions</cp:lastModifiedBy>
  <cp:revision>1</cp:revision>
  <dcterms:created xsi:type="dcterms:W3CDTF">2026-07-07T15:37:43Z</dcterms:created>
  <dcterms:modified xsi:type="dcterms:W3CDTF">2026-07-07T15:38:26Z</dcterms:modified>
</cp:coreProperties>
</file>